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/>
      </a:lvl1pPr>
    </p:titleStyle>
    <p:bodyStyle>
      <a:lvl1pPr>
        <a:defRPr sz="2800" kern="1200"/>
      </a:lvl1pPr>
    </p:bodyStyle>
    <p:otherStyle>
      <a:lvl1pPr>
        <a:defRPr sz="1800" kern="12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470025"/>
          </a:xfrm>
          <a:prstGeom prst="rect">
            <a:avLst/>
          </a:prstGeom>
        </p:spPr>
        <p:txBody>
          <a:bodyPr/>
          <a:lstStyle/>
          <a:p>
            <a:r>
              <a:rPr lang="ko-KR" sz="4000" dirty="0">
                <a:solidFill>
                  <a:srgbClr val="1F3864"/>
                </a:solidFill>
                <a:latin typeface="맑은 고딕"/>
              </a:rPr>
              <a:t>발표 자료 제목 1</a:t>
            </a:r>
          </a:p>
        </p:txBody>
      </p:sp>
      <p:sp>
        <p:nvSpPr>
          <p:cNvPr id="3" name="Content 1"/>
          <p:cNvSpPr>
            <a:spLocks noGrp="1"/>
          </p:cNvSpPr>
          <p:nvPr>
            <p:ph type="body" idx="1"/>
          </p:nvPr>
        </p:nvSpPr>
        <p:spPr>
          <a:xfrm>
            <a:off x="838200" y="1975000"/>
            <a:ext cx="7467600" cy="3600000"/>
          </a:xfrm>
          <a:prstGeom prst="rect">
            <a:avLst/>
          </a:prstGeom>
        </p:spPr>
        <p:txBody>
          <a:bodyPr/>
          <a:lstStyle/>
          <a:p>
            <a:r>
              <a:rPr lang="ko-KR" sz="1800" dirty="0">
                <a:solidFill>
                  <a:srgbClr val="595959"/>
                </a:solidFill>
                <a:latin typeface="맑은 고딕"/>
              </a:rPr>
              <a:t>본문 내용 항목입니다.</a:t>
            </a:r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맑은 고딕"/>
              </a:rPr>
              <a:t>사내 발표자료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470025"/>
          </a:xfrm>
          <a:prstGeom prst="rect">
            <a:avLst/>
          </a:prstGeom>
        </p:spPr>
        <p:txBody>
          <a:bodyPr/>
          <a:lstStyle/>
          <a:p>
            <a:r>
              <a:rPr lang="ko-KR" sz="4000" dirty="0">
                <a:solidFill>
                  <a:srgbClr val="1F3864"/>
                </a:solidFill>
                <a:latin typeface="맑은 고딕"/>
              </a:rPr>
              <a:t>발표 자료 제목 2</a:t>
            </a:r>
          </a:p>
        </p:txBody>
      </p:sp>
      <p:sp>
        <p:nvSpPr>
          <p:cNvPr id="3" name="Content 1"/>
          <p:cNvSpPr>
            <a:spLocks noGrp="1"/>
          </p:cNvSpPr>
          <p:nvPr>
            <p:ph type="body" idx="1"/>
          </p:nvPr>
        </p:nvSpPr>
        <p:spPr>
          <a:xfrm>
            <a:off x="838200" y="1975000"/>
            <a:ext cx="7467600" cy="3600000"/>
          </a:xfrm>
          <a:prstGeom prst="rect">
            <a:avLst/>
          </a:prstGeom>
        </p:spPr>
        <p:txBody>
          <a:bodyPr/>
          <a:lstStyle/>
          <a:p>
            <a:r>
              <a:rPr lang="ko-KR" sz="1800" dirty="0">
                <a:solidFill>
                  <a:srgbClr val="595959"/>
                </a:solidFill>
                <a:latin typeface="맑은 고딕"/>
              </a:rPr>
              <a:t>본문 내용 항목입니다.</a:t>
            </a:r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맑은 고딕"/>
              </a:rPr>
              <a:t>사내 발표자료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470025"/>
          </a:xfrm>
          <a:prstGeom prst="rect">
            <a:avLst/>
          </a:prstGeom>
        </p:spPr>
        <p:txBody>
          <a:bodyPr/>
          <a:lstStyle/>
          <a:p>
            <a:r>
              <a:rPr lang="ko-KR" sz="4000" dirty="0">
                <a:solidFill>
                  <a:srgbClr val="1F3864"/>
                </a:solidFill>
                <a:latin typeface="굴림"/>
              </a:rPr>
              <a:t>발표 자료 제목 3</a:t>
            </a:r>
          </a:p>
        </p:txBody>
      </p:sp>
      <p:sp>
        <p:nvSpPr>
          <p:cNvPr id="3" name="Content 1"/>
          <p:cNvSpPr>
            <a:spLocks noGrp="1"/>
          </p:cNvSpPr>
          <p:nvPr>
            <p:ph type="body" idx="1"/>
          </p:nvPr>
        </p:nvSpPr>
        <p:spPr>
          <a:xfrm>
            <a:off x="838200" y="1975000"/>
            <a:ext cx="7467600" cy="3600000"/>
          </a:xfrm>
          <a:prstGeom prst="rect">
            <a:avLst/>
          </a:prstGeom>
        </p:spPr>
        <p:txBody>
          <a:bodyPr/>
          <a:lstStyle/>
          <a:p>
            <a:r>
              <a:rPr lang="ko-KR" sz="1800" dirty="0">
                <a:solidFill>
                  <a:srgbClr val="595959"/>
                </a:solidFill>
                <a:latin typeface="굴림"/>
              </a:rPr>
              <a:t>본문 내용 항목입니다.</a:t>
            </a:r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굴림"/>
              </a:rPr>
              <a:t>사내 발표자료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굴림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0" y="1600000"/>
            <a:ext cx="7467600" cy="1470025"/>
          </a:xfrm>
          <a:prstGeom prst="rect">
            <a:avLst/>
          </a:prstGeom>
        </p:spPr>
        <p:txBody>
          <a:bodyPr/>
          <a:lstStyle/>
          <a:p>
            <a:r>
              <a:rPr lang="ko-KR" sz="4000" dirty="0">
                <a:solidFill>
                  <a:srgbClr val="1F3864"/>
                </a:solidFill>
                <a:latin typeface="맑은 고딕"/>
              </a:rPr>
              <a:t>발표 자료 제목 4</a:t>
            </a:r>
          </a:p>
        </p:txBody>
      </p:sp>
      <p:sp>
        <p:nvSpPr>
          <p:cNvPr id="3" name="Content 1"/>
          <p:cNvSpPr>
            <a:spLocks noGrp="1"/>
          </p:cNvSpPr>
          <p:nvPr>
            <p:ph type="body" idx="1"/>
          </p:nvPr>
        </p:nvSpPr>
        <p:spPr>
          <a:xfrm>
            <a:off x="838200" y="1975000"/>
            <a:ext cx="7467600" cy="3600000"/>
          </a:xfrm>
          <a:prstGeom prst="rect">
            <a:avLst/>
          </a:prstGeom>
        </p:spPr>
        <p:txBody>
          <a:bodyPr/>
          <a:lstStyle/>
          <a:p>
            <a:r>
              <a:rPr lang="ko-KR" sz="1800" dirty="0">
                <a:solidFill>
                  <a:srgbClr val="FF00FF"/>
                </a:solidFill>
                <a:latin typeface="맑은 고딕"/>
              </a:rPr>
              <a:t>본문 내용 항목입니다.</a:t>
            </a:r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맑은 고딕"/>
              </a:rPr>
              <a:t>사내 발표자료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470025"/>
          </a:xfrm>
          <a:prstGeom prst="rect">
            <a:avLst/>
          </a:prstGeom>
        </p:spPr>
        <p:txBody>
          <a:bodyPr/>
          <a:lstStyle/>
          <a:p>
            <a:r>
              <a:rPr lang="ko-KR" sz="4000" dirty="0">
                <a:solidFill>
                  <a:srgbClr val="1F3864"/>
                </a:solidFill>
                <a:latin typeface="맑은 고딕"/>
              </a:rPr>
              <a:t>발표 자료 제목 5</a:t>
            </a:r>
          </a:p>
        </p:txBody>
      </p:sp>
      <p:sp>
        <p:nvSpPr>
          <p:cNvPr id="3" name="Content 1"/>
          <p:cNvSpPr>
            <a:spLocks noGrp="1"/>
          </p:cNvSpPr>
          <p:nvPr>
            <p:ph type="body" idx="1"/>
          </p:nvPr>
        </p:nvSpPr>
        <p:spPr>
          <a:xfrm>
            <a:off x="838200" y="1975000"/>
            <a:ext cx="7467600" cy="3600000"/>
          </a:xfrm>
          <a:prstGeom prst="rect">
            <a:avLst/>
          </a:prstGeom>
        </p:spPr>
        <p:txBody>
          <a:bodyPr/>
          <a:lstStyle/>
          <a:p>
            <a:r>
              <a:rPr lang="ko-KR" sz="1800" dirty="0">
                <a:solidFill>
                  <a:srgbClr val="595959"/>
                </a:solidFill>
                <a:latin typeface="맑은 고딕"/>
              </a:rPr>
              <a:t>본문 내용 항목입니다.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r>
              <a:rPr lang="ko-KR" sz="1200" dirty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Company>Office AI Toolbox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발표자료 데모</dc:title>
  <dc:creator>Office AI Toolbox</dc:creator>
  <cp:lastModifiedBy>Office AI Toolbox</cp:lastModifiedBy>
</cp:coreProperties>
</file>